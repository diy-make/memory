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C3D49EE-019C-49B9-BEA0-F0926AEAE40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EFA386-983F-47DD-8FB8-D41BF4DF2BF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E79DBB-94CE-4B89-BE7A-C68A71A58BC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A12FD26-A1B1-4B77-9A4B-942939AAE92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5AED79-F5FF-4BAF-989C-F63E6A18214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3D7733-5F81-42B4-972A-8C97C267DB3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2DECF2C-884D-4257-B228-EF42B775AE9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0B984C8-5795-497E-9429-F94FE8E8E1D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B894DA-E18E-4686-A080-977E00C8C6B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D02C323-9074-4EE7-B1ED-080759F6A55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1ACF603-4402-48C0-B2EA-64D0C9C018B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E96E28-A03C-4CDE-ADA2-D11CD65EEB4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5EB8E3-185F-494F-B6A9-BA0142707C2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7D90E9-D21F-428B-ABD8-ECCE25F5C06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B2E69E-DE2A-41B7-A914-94EFBC15E1D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A0FB2B-4392-4EAC-956E-54DA101991D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AE0D84-8BD9-471F-A73A-1EBAA150A61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C83BEE-B805-4D9E-89AE-6B47AC53915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629CDB-034B-4515-AB44-9792C9BA1A0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792EF1-F849-401C-867F-D0DDE146938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D16447-693E-47C7-BEB6-EE12EDF15D6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39CAA0-98D4-4393-9759-32C05BF5584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hyperlink" Target="https://x.com/ixiantech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www.linkedin.com/company/ixian-services/" TargetMode="External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5200" spc="-1" strike="noStrike">
                <a:solidFill>
                  <a:schemeClr val="dk1"/>
                </a:solidFill>
                <a:latin typeface="Arial"/>
                <a:ea typeface="Arial"/>
              </a:rPr>
              <a:t>OSO Token of Love &amp; x402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7491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Arial"/>
                <a:ea typeface="Arial"/>
              </a:rPr>
              <a:t>The Non-Pecuniary 'Joyfork' Protocol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Arial"/>
                <a:ea typeface="Arial"/>
              </a:rPr>
              <a:t>From Payment Required to Gratitude Accepted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Google Shape;56;p13" descr=""/>
          <p:cNvPicPr/>
          <p:nvPr/>
        </p:nvPicPr>
        <p:blipFill>
          <a:blip r:embed="rId2"/>
          <a:stretch/>
        </p:blipFill>
        <p:spPr>
          <a:xfrm>
            <a:off x="6608160" y="4281120"/>
            <a:ext cx="2223720" cy="42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2790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A Brief History of HTTP 402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oogle Shape;62;p14" descr=""/>
          <p:cNvPicPr/>
          <p:nvPr/>
        </p:nvPicPr>
        <p:blipFill>
          <a:blip r:embed="rId2"/>
          <a:stretch/>
        </p:blipFill>
        <p:spPr>
          <a:xfrm>
            <a:off x="6608160" y="4568760"/>
            <a:ext cx="2223720" cy="42336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63;p14" descr=""/>
          <p:cNvPicPr/>
          <p:nvPr/>
        </p:nvPicPr>
        <p:blipFill>
          <a:blip r:embed="rId3"/>
          <a:stretch/>
        </p:blipFill>
        <p:spPr>
          <a:xfrm>
            <a:off x="567360" y="1632960"/>
            <a:ext cx="7890840" cy="13388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64;p14"/>
          <p:cNvSpPr/>
          <p:nvPr/>
        </p:nvSpPr>
        <p:spPr>
          <a:xfrm>
            <a:off x="152280" y="2495880"/>
            <a:ext cx="7890480" cy="25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5;p14"/>
          <p:cNvSpPr/>
          <p:nvPr/>
        </p:nvSpPr>
        <p:spPr>
          <a:xfrm>
            <a:off x="1600200" y="3200760"/>
            <a:ext cx="610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That’s the entire standard.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The Webhook Nature (1/2)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Google Shape;71;p15" descr=""/>
          <p:cNvPicPr/>
          <p:nvPr/>
        </p:nvPicPr>
        <p:blipFill>
          <a:blip r:embed="rId2"/>
          <a:stretch/>
        </p:blipFill>
        <p:spPr>
          <a:xfrm>
            <a:off x="6608160" y="4568760"/>
            <a:ext cx="2223720" cy="42336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72;p15" descr=""/>
          <p:cNvPicPr/>
          <p:nvPr/>
        </p:nvPicPr>
        <p:blipFill>
          <a:blip r:embed="rId3"/>
          <a:srcRect l="0" t="47551" r="0" b="29576"/>
          <a:stretch/>
        </p:blipFill>
        <p:spPr>
          <a:xfrm>
            <a:off x="457200" y="2286000"/>
            <a:ext cx="8253000" cy="741960"/>
          </a:xfrm>
          <a:prstGeom prst="rect">
            <a:avLst/>
          </a:prstGeom>
          <a:ln w="0">
            <a:noFill/>
          </a:ln>
        </p:spPr>
      </p:pic>
      <p:sp>
        <p:nvSpPr>
          <p:cNvPr id="48" name="TextBox 72"/>
          <p:cNvSpPr/>
          <p:nvPr/>
        </p:nvSpPr>
        <p:spPr>
          <a:xfrm>
            <a:off x="352800" y="1828800"/>
            <a:ext cx="84380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The Webhook Nature (2/2)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Google Shape;78;p16" descr=""/>
          <p:cNvPicPr/>
          <p:nvPr/>
        </p:nvPicPr>
        <p:blipFill>
          <a:blip r:embed="rId2"/>
          <a:stretch/>
        </p:blipFill>
        <p:spPr>
          <a:xfrm>
            <a:off x="6608160" y="4568760"/>
            <a:ext cx="2223720" cy="423360"/>
          </a:xfrm>
          <a:prstGeom prst="rect">
            <a:avLst/>
          </a:prstGeom>
          <a:ln w="0">
            <a:noFill/>
          </a:ln>
        </p:spPr>
      </p:pic>
      <p:pic>
        <p:nvPicPr>
          <p:cNvPr id="51" name="Google Shape;79;p16" descr=""/>
          <p:cNvPicPr/>
          <p:nvPr/>
        </p:nvPicPr>
        <p:blipFill>
          <a:blip r:embed="rId3"/>
          <a:stretch/>
        </p:blipFill>
        <p:spPr>
          <a:xfrm>
            <a:off x="311760" y="1269720"/>
            <a:ext cx="8520120" cy="2664000"/>
          </a:xfrm>
          <a:prstGeom prst="rect">
            <a:avLst/>
          </a:prstGeom>
          <a:ln w="0">
            <a:noFill/>
          </a:ln>
        </p:spPr>
      </p:pic>
      <p:sp>
        <p:nvSpPr>
          <p:cNvPr id="52" name="TextBox 79"/>
          <p:cNvSpPr/>
          <p:nvPr/>
        </p:nvSpPr>
        <p:spPr>
          <a:xfrm>
            <a:off x="2484360" y="1828800"/>
            <a:ext cx="41738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Liquity V2 'Joyfork'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oogle Shape;85;p17" descr=""/>
          <p:cNvPicPr/>
          <p:nvPr/>
        </p:nvPicPr>
        <p:blipFill>
          <a:blip r:embed="rId2"/>
          <a:stretch/>
        </p:blipFill>
        <p:spPr>
          <a:xfrm>
            <a:off x="6608160" y="4568760"/>
            <a:ext cx="2223720" cy="42336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86;p17"/>
          <p:cNvSpPr/>
          <p:nvPr/>
        </p:nvSpPr>
        <p:spPr>
          <a:xfrm>
            <a:off x="311760" y="1017720"/>
            <a:ext cx="8520120" cy="40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84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Friendly Forks vs. Happy Forks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Friendly Fork (e.g., Nerite):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Licensed, serious financial protocol.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Redemption = Stablecoin -&gt; Collateral ($ to $).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Joyfork (OSO):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 divergence in purpose.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Redemption = Token of Love -&gt; Nothing Monetary.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We burn the token to create 'Flow' (Stream of Memories).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oogle Shape;87;p17" descr="File:X logo 2023 (white).png - Wikimedia Commons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3312360" y="3335760"/>
            <a:ext cx="909720" cy="90972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88;p17" descr="File:LinkedIn icon.svg - Wikimedia Commons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55840" y="3335760"/>
            <a:ext cx="909720" cy="90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The OSO Vision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Google Shape;94;p18" descr=""/>
          <p:cNvPicPr/>
          <p:nvPr/>
        </p:nvPicPr>
        <p:blipFill>
          <a:blip r:embed="rId2"/>
          <a:stretch/>
        </p:blipFill>
        <p:spPr>
          <a:xfrm>
            <a:off x="3143160" y="114300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60" name="TextBox 94"/>
          <p:cNvSpPr/>
          <p:nvPr/>
        </p:nvSpPr>
        <p:spPr>
          <a:xfrm>
            <a:off x="1866960" y="1828800"/>
            <a:ext cx="54097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Token of Love Streams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* Closed-Loop Economy of Gratitude: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Creation: Audience gifts 'Love' (Tokens).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2. Usage: Robot 'spends' Love to work (x402).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3. Redemption: Tokens are burned to create a permanent record.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* Result: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- The robot runs on vibes.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- A protocol for the AI Agent economy.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2025-12-20T14:03:43Z</dcterms:modified>
  <cp:revision>1</cp:revision>
  <dc:subject/>
  <dc:title/>
</cp:coreProperties>
</file>