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DM Mono Medium"/>
      <p:regular r:id="rId12"/>
      <p:italic r:id="rId13"/>
    </p:embeddedFont>
    <p:embeddedFont>
      <p:font typeface="DM Mono Light"/>
      <p:regular r:id="rId14"/>
      <p:bold r:id="rId15"/>
      <p:italic r:id="rId16"/>
      <p:boldItalic r:id="rId17"/>
    </p:embeddedFont>
    <p:embeddedFont>
      <p:font typeface="DM Mono"/>
      <p:regular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MMonoMedium-italic.fntdata"/><Relationship Id="rId12" Type="http://schemas.openxmlformats.org/officeDocument/2006/relationships/font" Target="fonts/DMMon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MonoLight-bold.fntdata"/><Relationship Id="rId14" Type="http://schemas.openxmlformats.org/officeDocument/2006/relationships/font" Target="fonts/DMMonoLight-regular.fntdata"/><Relationship Id="rId17" Type="http://schemas.openxmlformats.org/officeDocument/2006/relationships/font" Target="fonts/DMMonoLight-boldItalic.fntdata"/><Relationship Id="rId16" Type="http://schemas.openxmlformats.org/officeDocument/2006/relationships/font" Target="fonts/DMMonoLigh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Mono-italic.fntdata"/><Relationship Id="rId6" Type="http://schemas.openxmlformats.org/officeDocument/2006/relationships/slide" Target="slides/slide1.xml"/><Relationship Id="rId18" Type="http://schemas.openxmlformats.org/officeDocument/2006/relationships/font" Target="fonts/DM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04cbd10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04cbd10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d6ef2fac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d6ef2fa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04cbd10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04cbd10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04cbd106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04cbd106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fa8fc7f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fa8fc7f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1" Type="http://schemas.openxmlformats.org/officeDocument/2006/relationships/hyperlink" Target="https://www.linkedin.com/company/ixian-services/" TargetMode="External"/><Relationship Id="rId10" Type="http://schemas.openxmlformats.org/officeDocument/2006/relationships/image" Target="../media/image2.png"/><Relationship Id="rId12" Type="http://schemas.openxmlformats.org/officeDocument/2006/relationships/image" Target="../media/image1.png"/><Relationship Id="rId9" Type="http://schemas.openxmlformats.org/officeDocument/2006/relationships/hyperlink" Target="https://x.com/ixiantech" TargetMode="External"/><Relationship Id="rId5" Type="http://schemas.openxmlformats.org/officeDocument/2006/relationships/hyperlink" Target="mailto:Kyle@ixian.tech" TargetMode="External"/><Relationship Id="rId6" Type="http://schemas.openxmlformats.org/officeDocument/2006/relationships/hyperlink" Target="http://@bestape" TargetMode="External"/><Relationship Id="rId7" Type="http://schemas.openxmlformats.org/officeDocument/2006/relationships/hyperlink" Target="https://x.com/bestape" TargetMode="External"/><Relationship Id="rId8" Type="http://schemas.openxmlformats.org/officeDocument/2006/relationships/hyperlink" Target="https://www.ixian.tech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Mono"/>
                <a:ea typeface="DM Mono"/>
                <a:cs typeface="DM Mono"/>
                <a:sym typeface="DM Mono"/>
              </a:rPr>
              <a:t>Non-Pecuniary </a:t>
            </a:r>
            <a:r>
              <a:rPr b="1" lang="en">
                <a:latin typeface="DM Mono"/>
                <a:ea typeface="DM Mono"/>
                <a:cs typeface="DM Mono"/>
                <a:sym typeface="DM Mono"/>
              </a:rPr>
              <a:t>x</a:t>
            </a:r>
            <a:r>
              <a:rPr b="1" lang="en">
                <a:latin typeface="DM Mono"/>
                <a:ea typeface="DM Mono"/>
                <a:cs typeface="DM Mono"/>
                <a:sym typeface="DM Mono"/>
              </a:rPr>
              <a:t>402 </a:t>
            </a:r>
            <a:endParaRPr b="1"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Reimagining </a:t>
            </a:r>
            <a:r>
              <a:rPr lang="en" sz="5200">
                <a:solidFill>
                  <a:schemeClr val="dk1"/>
                </a:solidFill>
              </a:rPr>
              <a:t>HTTP 402 Payment Required Sans Payment</a:t>
            </a:r>
            <a:endParaRPr>
              <a:latin typeface="DM Mono Light"/>
              <a:ea typeface="DM Mono Light"/>
              <a:cs typeface="DM Mono Light"/>
              <a:sym typeface="DM Mono Light"/>
            </a:endParaRPr>
          </a:p>
        </p:txBody>
      </p:sp>
      <p:pic>
        <p:nvPicPr>
          <p:cNvPr id="56" name="Google Shape;56;p13" title="Logo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075" y="4281025"/>
            <a:ext cx="2224225" cy="4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79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What is the 402 standard?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62" name="Google Shape;62;p14" title="Logo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075" y="4568875"/>
            <a:ext cx="2224225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25" y="1156625"/>
            <a:ext cx="7891050" cy="1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52400" y="2495700"/>
            <a:ext cx="78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https://www.rfc-editor.org/rfc/rfc9110.html#section-15.5.3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52400" y="3360900"/>
            <a:ext cx="61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That’s the </a:t>
            </a:r>
            <a:r>
              <a:rPr lang="en" sz="1800">
                <a:solidFill>
                  <a:schemeClr val="dk2"/>
                </a:solidFill>
              </a:rPr>
              <a:t>entire</a:t>
            </a:r>
            <a:r>
              <a:rPr lang="en" sz="1800">
                <a:solidFill>
                  <a:schemeClr val="dk2"/>
                </a:solidFill>
              </a:rPr>
              <a:t> standard.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What is x402?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71" name="Google Shape;71;p15" title="Logo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075" y="4568875"/>
            <a:ext cx="2224225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5">
            <a:alphaModFix/>
          </a:blip>
          <a:srcRect b="29575" l="0" r="0" t="47556"/>
          <a:stretch/>
        </p:blipFill>
        <p:spPr>
          <a:xfrm>
            <a:off x="311688" y="2491275"/>
            <a:ext cx="8253226" cy="74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78" name="Google Shape;78;p16" title="Logo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075" y="4568875"/>
            <a:ext cx="2224225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269763"/>
            <a:ext cx="8520600" cy="266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Contact us at: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85" name="Google Shape;85;p17" title="Logo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075" y="4568875"/>
            <a:ext cx="2224225" cy="4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311699" y="1017725"/>
            <a:ext cx="8520600" cy="4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DM Mono"/>
                <a:ea typeface="DM Mono"/>
                <a:cs typeface="DM Mono"/>
                <a:sym typeface="DM Mono"/>
              </a:rPr>
              <a:t>Kyle MacLean Smith</a:t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45720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DM Mono"/>
                <a:ea typeface="DM Mono"/>
                <a:cs typeface="DM Mono"/>
                <a:sym typeface="DM Mono"/>
              </a:rPr>
              <a:t>Email: </a:t>
            </a:r>
            <a:r>
              <a:rPr lang="en" sz="2000" u="sng">
                <a:solidFill>
                  <a:schemeClr val="hlink"/>
                </a:solidFill>
                <a:latin typeface="DM Mono"/>
                <a:ea typeface="DM Mono"/>
                <a:cs typeface="DM Mono"/>
                <a:sym typeface="DM Mono"/>
                <a:hlinkClick r:id="rId5"/>
              </a:rPr>
              <a:t>Kyle@ixian.tech</a:t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45720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DM Mono"/>
                <a:ea typeface="DM Mono"/>
                <a:cs typeface="DM Mono"/>
                <a:sym typeface="DM Mono"/>
              </a:rPr>
              <a:t>Telegram: </a:t>
            </a:r>
            <a:r>
              <a:rPr lang="en" sz="2000" u="sng">
                <a:solidFill>
                  <a:schemeClr val="hlink"/>
                </a:solidFill>
                <a:latin typeface="DM Mono"/>
                <a:ea typeface="DM Mono"/>
                <a:cs typeface="DM Mono"/>
                <a:sym typeface="DM Mono"/>
                <a:hlinkClick r:id="rId6"/>
              </a:rPr>
              <a:t>@bestape</a:t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45720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DM Mono"/>
                <a:ea typeface="DM Mono"/>
                <a:cs typeface="DM Mono"/>
                <a:sym typeface="DM Mono"/>
              </a:rPr>
              <a:t>X: </a:t>
            </a:r>
            <a:r>
              <a:rPr lang="en" sz="2000" u="sng">
                <a:solidFill>
                  <a:schemeClr val="hlink"/>
                </a:solidFill>
                <a:latin typeface="DM Mono"/>
                <a:ea typeface="DM Mono"/>
                <a:cs typeface="DM Mono"/>
                <a:sym typeface="DM Mono"/>
                <a:hlinkClick r:id="rId7"/>
              </a:rPr>
              <a:t>@bestape</a:t>
            </a:r>
            <a:r>
              <a:rPr lang="en" sz="2000">
                <a:latin typeface="DM Mono"/>
                <a:ea typeface="DM Mono"/>
                <a:cs typeface="DM Mono"/>
                <a:sym typeface="DM Mono"/>
              </a:rPr>
              <a:t> </a:t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DM Mono"/>
                <a:ea typeface="DM Mono"/>
                <a:cs typeface="DM Mono"/>
                <a:sym typeface="DM Mono"/>
                <a:hlinkClick r:id="rId8"/>
              </a:rPr>
              <a:t>Ixian</a:t>
            </a:r>
            <a:r>
              <a:rPr lang="en" sz="2000">
                <a:latin typeface="DM Mono"/>
                <a:ea typeface="DM Mono"/>
                <a:cs typeface="DM Mono"/>
                <a:sym typeface="DM Mono"/>
              </a:rPr>
              <a:t> </a:t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ctr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just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DM Mono"/>
              <a:ea typeface="DM Mono"/>
              <a:cs typeface="DM Mono"/>
              <a:sym typeface="DM Mono"/>
            </a:endParaRPr>
          </a:p>
        </p:txBody>
      </p:sp>
      <p:pic>
        <p:nvPicPr>
          <p:cNvPr descr="File:X logo 2023 (white).png - Wikimedia Commons" id="87" name="Google Shape;87;p17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12226" y="3335625"/>
            <a:ext cx="909925" cy="9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inkedIn icon.svg - Wikimedia Commons" id="88" name="Google Shape;88;p17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55777" y="3335626"/>
            <a:ext cx="909924" cy="90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Download these slides here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94" name="Google Shape;94;p18" title="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50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